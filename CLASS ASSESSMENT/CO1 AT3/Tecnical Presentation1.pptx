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10FC-BCF6-7FBB-5326-CA33E75ED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4D5D6-F45C-E602-DB7C-DBA1039B8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D3FF2-CADB-5436-37D6-759F77E5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A885-500C-8AC4-AF34-7A747C97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10943-29E8-8E33-B086-52E60581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0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5F11-2553-B843-D7D2-CF106179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E6C7F-77BB-4946-9003-38165F9E4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5AC85-489A-0C57-E642-0A33DE27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A1840-170E-C993-BE05-928491BB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DBE50-881C-7FAF-3DA1-7EB59BB3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7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E2C3-EAAF-EDBE-B066-CB452763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84BD2-7578-F8C0-33C9-223AFB8A8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9C210-3D3F-6993-B8CA-6E3F250A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2110C-7542-F209-6266-E581A2BF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A6359-4B4E-D606-D9DA-DC4CF8AA9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85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F5DAD-8B03-CD46-8AAA-D6AD6369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49DC-6FB3-EE19-865B-4F7148458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911D6-FA5A-E9A4-8D4C-7CC4B735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CCF6B-3BCE-D2AC-60EE-2EA4C124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559C-F35B-D104-2816-39F1AE7E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D6A22-3B59-1070-B7AA-833ACDDF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8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3D96-4C35-CAF3-B467-64E72486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C54A8-808D-D8D3-0089-133F079F2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63317-D40C-F5CE-393B-8B4F34C78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26140-6071-27FD-C120-C1CC254E7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2BB77-2323-FD2E-C7FF-B89DB2794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BE004-F868-7114-69A6-95941B0E2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F18AA-2187-0ED1-B899-7278EF1B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0509A-593C-7DBC-768F-EEE25083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7C5C-064E-14B7-DA0C-86818DBC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BC2F7-56F3-AAA6-2D31-3D3D1BFE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D26B2-A8E6-AFA1-4188-7C5CCE9F6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35569-3BE6-3231-C47B-FC02826C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9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257E52-F384-254D-0B3B-D8E01550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8974E-D8C2-A9A4-A874-16756B4D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5D322-E0FC-392F-CFDF-74F709D5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6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5D29-294B-702D-F0ED-9668D1E1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767BC-1F7C-76E7-E585-6B504B47A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5352A-A8DE-0BAC-9FA1-23A76228C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514C3-20D0-F541-C33C-31CC8CF4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30BD3-4138-BA63-C22E-01BA841F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F67C4-3A95-825A-7FE3-01DC56C7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60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1492-C342-4F06-826F-E43C3610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D95AAD-3910-C118-7337-03702392C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7B94B-8A7E-6C3C-ACFF-70A7FAAF1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4F09C-AE18-CD23-715A-82F09EDF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36F12-8C0F-4B5A-95AD-9ED5C66D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616B7-7EFD-E1F7-9C8D-66335B02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52FC-1CFE-07BF-E888-608B3C25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6445F-5059-BCFB-32A2-23BFCB1A5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3E9C9-8043-3EC1-8E45-9619D114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9A6F-965C-2B4B-0C24-0D4F460B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57A2-E8D8-BBE0-FDF4-9737718A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4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BDEA5-5A32-BC38-A145-840F1ED6A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C42D1-7673-230A-64A9-25222E695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91A94-6A20-F7DD-754B-93EC9E33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7DB5-538D-7809-13F1-0BCB98145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C5A51-869E-CD89-5B01-0FD3DCBA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8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BA6A8-471B-5381-6630-38638AAC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E8578-A412-5492-81BC-EE64FC65C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E4FCE-CC3B-DB5E-2A72-D77FF80C3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5E9DB-6B4C-4208-B080-E5F9CA8C461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7DAF7-B486-4376-322E-563C168F0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E0AF3-B232-174B-17B0-2A5B84499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B7AB1-14AA-4162-A513-6950A7861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0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302C35-BB50-BFD8-B4BD-54D6D8222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0" y="330541"/>
            <a:ext cx="11028219" cy="18467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652B15-C277-ED0F-C0D9-CAC20AE453D7}"/>
              </a:ext>
            </a:extLst>
          </p:cNvPr>
          <p:cNvSpPr txBox="1"/>
          <p:nvPr/>
        </p:nvSpPr>
        <p:spPr>
          <a:xfrm>
            <a:off x="1274619" y="4784437"/>
            <a:ext cx="416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Presented By:</a:t>
            </a:r>
          </a:p>
          <a:p>
            <a:r>
              <a:rPr lang="en-US" sz="2200" dirty="0"/>
              <a:t>  Name : Karnesh V K</a:t>
            </a:r>
          </a:p>
          <a:p>
            <a:r>
              <a:rPr lang="en-US" sz="2200" dirty="0"/>
              <a:t>  Reg No: 192524296</a:t>
            </a:r>
          </a:p>
          <a:p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857C6-FF09-546F-4873-154794F4F8C0}"/>
              </a:ext>
            </a:extLst>
          </p:cNvPr>
          <p:cNvSpPr txBox="1"/>
          <p:nvPr/>
        </p:nvSpPr>
        <p:spPr>
          <a:xfrm>
            <a:off x="1357745" y="2644056"/>
            <a:ext cx="9245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Technologies: Object, Block, and File Storage Compared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5AF3B-1D4F-3FCC-EA86-C8C4E93B068C}"/>
              </a:ext>
            </a:extLst>
          </p:cNvPr>
          <p:cNvSpPr txBox="1"/>
          <p:nvPr/>
        </p:nvSpPr>
        <p:spPr>
          <a:xfrm>
            <a:off x="8820727" y="5006109"/>
            <a:ext cx="3038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Guided By:</a:t>
            </a:r>
          </a:p>
          <a:p>
            <a:r>
              <a:rPr lang="en-US" sz="2200" dirty="0"/>
              <a:t>   </a:t>
            </a:r>
            <a:r>
              <a:rPr lang="en-US" sz="2200" dirty="0" err="1"/>
              <a:t>DR.Latha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5940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265C-6BAA-1B60-5DFE-ED6687A80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388F4-86BB-E45A-DE24-01B0A0835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is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access data through the internet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flexible data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main types: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type has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storage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depends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type, performance, and usage requirements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6BD02A-5ECF-9F90-98F8-04E4BD77ED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587" y="258725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1E69C-B1F1-70E0-3904-2A0325572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89867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04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5874-45BB-D241-E24B-DC033B6D6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F4774-8EF7-C68A-0129-6D1DC643E8C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587" y="258725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16338C-99D5-36AB-041F-7C601BD2C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89867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092D2BF-552B-5DB2-2DA1-F969BA10F8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3545" y="1312813"/>
            <a:ext cx="1044568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three main types of cloud storage.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Object, Block, and File Storage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their different storage architectures.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suitable use cases for each storage type.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their importance in cloud-based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390630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BDD5-D39D-D191-1D85-A6B83683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4542-6BFD-FC19-FCA6-4DE65247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Explanation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A5B9-A15A-3ABE-BBB6-3F728802C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391516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Types of Cloud Storage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as objects.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large and unstructured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Images, videos, backups.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data into fixed-size blocks.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databases and virtual machines.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as files and folders.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share and manage.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shared documents and applications.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5DB8-EB49-8920-266A-AC24D9D326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587" y="258725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95809A-7B8E-2D44-A003-E09DC95D4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89867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0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8E00-819C-13BE-5C55-9E24C78E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AC306-A396-4FC0-0405-187E1E9E8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76" y="1797088"/>
            <a:ext cx="4761430" cy="43513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BA1F7D-8061-B4F9-CAB6-E41E08D92C3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1587" y="258725"/>
            <a:ext cx="853234" cy="994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5053A4-20A3-B23B-2315-9C9D8A861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89867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6817DC34-58C8-8C33-A539-51D117E3015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79692" y="1936775"/>
            <a:ext cx="5713544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User/Application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sends or requests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Service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the stored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data as objects.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data in fixed-size blocks.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Storage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data as files and folders. </a:t>
            </a:r>
          </a:p>
        </p:txBody>
      </p:sp>
    </p:spTree>
    <p:extLst>
      <p:ext uri="{BB962C8B-B14F-4D97-AF65-F5344CB8AC3E}">
        <p14:creationId xmlns:p14="http://schemas.microsoft.com/office/powerpoint/2010/main" val="189286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9C48-5A3F-627B-C278-1C2B0180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4857-2C2C-DE11-DC34-7D06C8DE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3C13A-322D-6DFE-1DAE-832AF60E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40"/>
            <a:ext cx="10515600" cy="517043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Applications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Object Storage: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Netflix/media platforms → Videos and media files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→ Backup and data archives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 Storage: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→ Databases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applications → Virtual machines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File Storage: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Colleges/offices → Shared documents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→ Team file sharing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Industry Pattern: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→ Big Data &amp; Media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→ Databases &amp; High Performance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→ Shared Data &amp; Collaboration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2A5D8-BE25-DE8F-C6A7-7CDCC830EF2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587" y="258725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0C566C-A3A6-C9BF-C7C3-D8268EFF6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89867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96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C2A3-335D-1CCC-3428-1A17B1721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D699-685D-CECE-C51F-1B8F41A3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5E306-62A9-29B8-77A3-B88A617D48F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587" y="258725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5C75E7-78C7-610B-1F92-E9448C96A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89867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0EEA7AC-022F-AE7E-2288-CEB4BFBB48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7791" y="1137501"/>
            <a:ext cx="1059641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Object, Block, and File Storage have different architectures and purposes.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large and unstructured data.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high performance for databases and applications.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Storage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useful for shared files and collaborative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165744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374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 </vt:lpstr>
      <vt:lpstr>Objective: </vt:lpstr>
      <vt:lpstr>Core Technical Explanation </vt:lpstr>
      <vt:lpstr>Architecture Diagram</vt:lpstr>
      <vt:lpstr>Real-World Use Case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Karnesh VK</dc:creator>
  <cp:lastModifiedBy>Karnesh VK</cp:lastModifiedBy>
  <cp:revision>7</cp:revision>
  <dcterms:created xsi:type="dcterms:W3CDTF">2026-10-08T06:37:55Z</dcterms:created>
  <dcterms:modified xsi:type="dcterms:W3CDTF">2026-10-08T07:14:54Z</dcterms:modified>
</cp:coreProperties>
</file>